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635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Code Walkthrough &amp; Tech Stack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BFD3E6"/>
                </a:solidFill>
                <a:latin typeface="Calibri"/>
              </a:rPr>
              <a:t>Geospatial Flood-Risk Modelling (Climate Data + HMM),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0F4F8"/>
                </a:solidFill>
                <a:latin typeface="Calibri"/>
              </a:rPr>
              <a:t>Revision companion: how the product is built, function by function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Kellen Murerwa  ·  Supervisor: Emmanuel Adjei  ·  ALU BSc 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BUILD-UP · CLI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 · Pipeline orchestrator — main.py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STAGES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"build":    "build_real_dataset.py",  # real data -&gt; parquet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"polygons": "add_official_polygons.py",# official MOE polygons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"train":    "train_real.py",          # models + HMM (2024 hold-out)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"evaluate": "evaluate_spatial.py",    # spatial validation + map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one command runs the whole thing, reproducibly: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  python main.py all        build -&gt; train -&gt; evaluate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  python main.py dashboard  launch the Streamlit 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if args.stage == "all":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for s in ["build", "train", "evaluate"]: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run_module(STAGES[s])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Single CLI entry point; each stage is an independent, re-runnable module.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`all` chains build → train → evaluate; `dashboard` serves the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API responses cached in data_cache/, so re-runs are fast &amp;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6FB2"/>
                </a:solidFill>
                <a:latin typeface="Calibri"/>
              </a:rPr>
              <a:t>•  This is the slide to open on — it frames the whole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FUNCTIONALITY ·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 · Data acquisition — real, free, keyless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rainfall: Open-Meteo ERA5 reanalysis archive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requests.get("https://archive-api.open-meteo.com/v1/archive",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params={"latitude": la, "longitude": lo,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"start_date": "2018-01-01", "end_date": "2024-12-31",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"daily": "precipitation_sum"})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OpenStreetMap via Overpass (rotates mirrors + User-Agent)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requests.post(url, data={"data": query}, headers=OVERPASS_HEADERS)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official flood zones: Rwanda GeoPortal (ArcGIS REST)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requests.get(SERVICE, params={"where": "objectid IN (1,2,3)",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         "outSR": "4326", "f": "geojson"})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Four open sources, no API keys: ERA5 rainfall, SRTM elevation, OSM exposure, MOE flood polygons.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Overpass call hardened: User-Agent + mirror rotation + JSON validation.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E2D26"/>
                </a:solidFill>
                <a:latin typeface="Calibri"/>
              </a:rPr>
              <a:t>•  Honest caveat: rainfall is ERA5 reanalysis (substituted for Meteo Rwanda).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FUNCTIONALITY · 10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 ·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rainfall accumulation windows (rolling sums)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"rainfall_3d_mm":  s.rolling(3,  min_periods=1).sum()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"rainfall_7d_mm":  s.rolling(7,  min_periods=1).sum()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"rainfall_14d_mm": s.rolling(14, min_periods=1).sum()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distance to nearest river: spatial KD-tree (fast NN)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rtree = cKDTree(river_xy)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dist, _ = rtree.query(cell_xy)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slope from the elevation grid's gradient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gy, gx = np.gradient(Z, CELL_M, CELL_M)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slope  = np.degrees(np.arctan(np.hypot(gx, gy)))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road length density &amp; building count density per km^2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Turns raw data into flood-relevant signal: multi-day rain build-up, terrain, proximity &amp; exposure.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`cKDTree` (SciPy) = efficient nearest-river distance for 729 cells.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Slope derived from the SRTM elevation surface via numpy gradient.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A25F"/>
                </a:solidFill>
                <a:latin typeface="Calibri"/>
              </a:rPr>
              <a:t>•  SHAP later confirms the rainfall-accumulation features dominate.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FUNCTIONALITY · 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 · Flood-pressure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rainfall trigger (saturating) x static susceptibility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trig = 0.6*np.tanh(rain3/60) + 0.4*np.tanh(rain7/110)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base = trig * (0.12 + 0.88*susc)     # rain GATED by terrain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+ UNOBSERVED drainage latent + daily noise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  (deliberately NOT given to the model as features)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score = base + cell_latent + daily_noise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50 / 30 / 20  -&gt;  Low / Moderate / High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q1, q2 = np.quantile(score, [0.50, 0.80])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state = np.where(score &lt;= q1, "Low",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np.where(score &lt;= q2, "Moderate", "High"))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Label = rainfall trigger × terrain susceptibility (heavy rain on high, well-drained ground stays Low).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E2D26"/>
                </a:solidFill>
                <a:latin typeface="Calibri"/>
              </a:rPr>
              <a:t>•  Latent drainage + noise are hidden from the model on purpose — keeps the task realistic and NON-circular.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6FB2"/>
                </a:solidFill>
                <a:latin typeface="Calibri"/>
              </a:rPr>
              <a:t>•  Expect this question: 'are your labels derived?' Yes — and the validity limit is owned in the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ML TOOLS ·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 · Models &amp; temporal train/val/test split — train_real.py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tr = df[df.date.dt.year &lt;= 2022]   # train  2018-2022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va = df[df.date.dt.year == 2023]   # validate 2023 (over-fit check)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te = df[df.date.dt.year == 2024]   # test on UNSEEN 2024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models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"LogisticRegression": make_pipeline(StandardScaler(),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   LogisticRegression(max_iter=2000)),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"DecisionTree": DecisionTreeClassifier(max_depth=8),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"RandomForest": RandomForestClassifier(n_estimators=300,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min_samples_leaf=5, max_leaf_nodes=4096, n_jobs=2),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"XGBoost": xgb.XGBClassifier(n_estimators=400, max_depth=5,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learning_rate=0.07, tree_method="hist",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objective="multi:softprob", num_class=3),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+ rainfall-threshold &amp; static-polygon baselines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3-way temporal split (not random) = the honest test; 2024 is never seen in training.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Train ≈ validation ≈ test macro-F1 → no over-fitting (reported per split).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scikit-learn (LR/DT/RF) + XGBoost; hyper-params are explicit, not defaults.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A25F"/>
                </a:solidFill>
                <a:latin typeface="Calibri"/>
              </a:rPr>
              <a:t>•  Result: XGBoost (deployed) 0.813 / 0.843; RF 0.813 / 0.849.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ML TOOLS · TIME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 · HMM temporal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from hmmlearn import hmm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per-cell daily rainfall sequences -&gt; 3 latent states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model = hmm.GaussianHMM(n_components=3,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covariance_type="diag", n_iter=200)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model.fit(Xs, lengths)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decoded = model.predict(Xs, [L])   # Viterbi state per 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T = model.transmat_                # daily transition matrix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  High-&gt;High = 0.91  (flood pressure is persistent)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next-step accuracy: argmax(T[state_t]) vs truth_{t+1}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Models day-to-day DYNAMICS of flood pressure (not just a static snapshot).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Transition matrix shows strong persistence &amp; neighbour-only moves.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Dashboard renders a PER-CELL transition matrix — P(state tomorrow | today).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E2D26"/>
                </a:solidFill>
                <a:latin typeface="Calibri"/>
              </a:rPr>
              <a:t>•  Honest framing: HMM is explanatory; the supervised layer is the predictor (next-step acc 0.45).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FUNCTIONALITY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7 · Evaluation &amp;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macro_f1    = f1_score(yte, p, average="macro")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high_recall = recall_score(yte, p, labels=[2], average="macro")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8B9CB0"/>
                </a:solidFill>
                <a:latin typeface="Consolas"/>
              </a:rPr>
              <a:t># spatial validation vs OFFICIAL polygons (evaluate_spatial.py)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lift = P(official_zone | predicted_High) / P(official_zone)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odds = high_rate_inside_zone / high_rate_outside_zone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targets_met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"macro_f1&gt;=0.75":   True,    # 0.813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"high_recall&gt;=0.80": True,   # 0.843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}   # enrichment 1.60x (&gt;=1.4), odds 1.85x (&gt;=1.5)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Reports F1, accuracy, recall + a spatial check against the official 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Enrichment &amp; odds-ratio chosen because polygons cover only ~19% of cells.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A25F"/>
                </a:solidFill>
                <a:latin typeface="Calibri"/>
              </a:rPr>
              <a:t>•  All proposal targets met; results written to results_summary.json.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FUNCTIONALITY ·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 · The product — dashboard.py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040880" cy="5212080"/>
          </a:xfrm>
          <a:prstGeom prst="rect">
            <a:avLst/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6821424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import streamlit as st, pydeck as pdk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@st.cache_resource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def load_model():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b = joblib.load("model_outputs_real/xgboost_model.joblib")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return b["model"], b["features"]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day["pred_i"] = model.predict(day[feat].values)   # per cell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proba = model.predict_proba(day[feat].values)     # confidence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pdk.Layer("ScatterplotLayer", day,        # the live map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get_fill_color="color", get_radius=110, pickable=True)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80160"/>
            <a:ext cx="4160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Streamlit app: pick a date → live Low/Mod/High map over 729 cells.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`@st.cache_resource` loads the model once; `pydeck` renders the 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A25F"/>
                </a:solidFill>
                <a:latin typeface="Calibri"/>
              </a:rPr>
              <a:t>•  Click a cell → features + class probabilities; p95 query ≈ 9.6 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6FB2"/>
                </a:solidFill>
                <a:latin typeface="Calibri"/>
              </a:rPr>
              <a:t>•  Demo this live, or play flood_pressure_animation.gif.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STACK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9 · Technologies, languages &amp; ML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743200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289304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Python 3.11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2743200" cy="603504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02536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pandas · numpy · pyarrow (Parquet) · SciPy (cKDTree)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2743200" cy="603504"/>
          </a:xfrm>
          <a:prstGeom prst="rect">
            <a:avLst/>
          </a:prstGeom>
          <a:solidFill>
            <a:srgbClr val="2C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15768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scikit-learn (LogReg, DecisionTree, RandomForest, metrics, scaling) · XGBoost · hmmlearn (HMM) · SHAP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74136"/>
            <a:ext cx="2743200" cy="603504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83864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sources /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29000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Open-Meteo (ERA5 rainfall, SRTM elevation) · OpenStreetMap / Overpass · Rwanda GeoPortal (ArcGIS REST)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87368"/>
            <a:ext cx="2743200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97096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Visualisation /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42232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matplotlib · Streamlit · pydeck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2743200" cy="603504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1032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Persistence /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855464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joblib (model artefacts) · Docker · GitHub · Streamlit Cloud / Render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13832"/>
            <a:ext cx="2743200" cy="603504"/>
          </a:xfrm>
          <a:prstGeom prst="rect">
            <a:avLst/>
          </a:prstGeom>
          <a:solidFill>
            <a:srgbClr val="2C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Testing /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568696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22A4A"/>
                </a:solidFill>
                <a:latin typeface="Calibri"/>
              </a:rPr>
              <a:t>pytest (10 tests) · temporal hold-out · spatial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E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D3E6"/>
                </a:solidFill>
                <a:latin typeface="Calibri"/>
              </a:rPr>
              <a:t>BE READY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10 · What to explain (defense cheat-sheet)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Architecture: one pipeline, four stages (main.py) — start here.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Data provenance: the four open sources + why ERA5 instead of Meteo Rwanda.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Feature engineering: rainfall accumulation windows, distance-to-river (cKDTree), slope from elevation gradient, densities.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E2D26"/>
                </a:solidFill>
                <a:latin typeface="Calibri"/>
              </a:rPr>
              <a:t>•  Labels: rainfall trigger × susceptibility + hidden latent/noise — why it's NOT circular (the most likely hard question).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Why a temporal split (train 2018–22, validate 2023, test 2024) rather than a random split.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Model choice: RF/XGBoost vs baselines; what the numbers mean (macro-F1, High-recall) and why recall is weighted.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22A4A"/>
                </a:solidFill>
                <a:latin typeface="Calibri"/>
              </a:rPr>
              <a:t>•  Spatial validation: enrichment 1.60× &amp; odds 1.85× — why not raw containment (polygons cover only ~19%).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F6B"/>
                </a:solidFill>
                <a:latin typeface="Calibri"/>
              </a:rPr>
              <a:t>•  HMM: what it adds (dynamics/persistence) and its honest limit vs supervised.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A25F"/>
                </a:solidFill>
                <a:latin typeface="Calibri"/>
              </a:rPr>
              <a:t>•  The dashboard + tests + deployment = a usable, validated artefact, not just a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