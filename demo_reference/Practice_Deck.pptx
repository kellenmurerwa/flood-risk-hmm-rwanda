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framing sentence: this is a decision-support tool that estimates daily flood-PRESSURE — a Low/Moderate/High risk state — for every 250 m cell in the Nyabugogo corridor. Flood-pressure is a derived risk condition, NOT a confirmed flood event. Say this before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only get 3 minutes, keep map + cell inspector + transition matrix — that's the story that is uniquely yours. Cut the model panel to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static-vs-dynamic contrast is your hook. A reviewer remembers 'their map moves with the rain, the official one can't'.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the slider LIVE. The single most persuasive moment of the demo is the red zone expanding as you step onto a high-rainfall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value-add: beats the rainfall rule by +0.19 F1 and the static map by +0.49. The rainfall baseline's 0.90 recall is a trap — its precision is poor, which macro-F1 exposes (0.626).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your direct answer to 'how did you split, and does it over-fit?'. Say the three numbers out loud — their closeness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'why is Moderate weak?' — it's the in-between band on a continuous surface; its errors land on neighbours. Point at the diagonal.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the most time here — it's what your supervisor wanted and what makes the project more than a classifier. Distinguish the per-CELL matrix (one cell's history) from the global HMM (whole corridor).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most honest slide — examiners reward candor. 'Containment 0.30 looks low, but it's capped by geometry; enrichment and odds are the fair measures, and both clear the bar.'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as your mental checklist. If you name the number for each row during the demo, you've touched every rubric criterion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answers are in DEMO_WALKTHROUGH.md §4. Rehearse Q2, Q3 and Q6 until they're automatic — those are the three most likely to be 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reproducibility — it's the reviewer's favourite word and your strongest, most defensible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3A5E"/>
                </a:solidFill>
              </a:rPr>
              <a:t>Kigali Flood-Pressure Dashboard — Demo &amp; Defense Practice</a:t>
            </a:r>
          </a:p>
          <a:p>
            <a:r>
              <a:rPr sz="1600">
                <a:solidFill>
                  <a:srgbClr val="444444"/>
                </a:solidFill>
              </a:rPr>
              <a:t>Rehearsal deck (reference only — not for submission)</a:t>
            </a:r>
          </a:p>
          <a:p>
            <a:r>
              <a:rPr sz="1500">
                <a:solidFill>
                  <a:srgbClr val="444444"/>
                </a:solidFill>
              </a:rPr>
              <a:t>Kellen Murerwa · Supervisor: Emmanuel Adjei · ALU</a:t>
            </a:r>
          </a:p>
          <a:p>
            <a:r>
              <a:rPr sz="1400">
                <a:solidFill>
                  <a:srgbClr val="444444"/>
                </a:solidFill>
              </a:rPr>
              <a:t>Target: a clear ≤5-minute demo mapped to the rubric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The 5-minute flow</a:t>
            </a:r>
          </a:p>
          <a:p>
            <a:r>
              <a:rPr sz="1400">
                <a:solidFill>
                  <a:srgbClr val="444444"/>
                </a:solidFill>
              </a:rPr>
              <a:t>Practise this order, timed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0:00 Framing — what flood-pressure is, and what it isn't.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0:30 Map + date slider — the risk map that CHANGES with rainfall.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1:30 Metrics + polygon overlay — agrees with the official map AND extends it.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2:15 Cell inspector — features → probabilities → rainfall history.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3:15 Per-cell transition matrix — the Markov contribution (spend time here).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4:00 Model &amp; splits panel — honest metrics, no over-fitting.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4:45 Close — reproducible, interpretable, beats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Problem &amp; framing (say it in 30s)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Kigali floods after intense rain; official hazard maps are STATIC.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They show WHERE flooding is possible — not WHEN or HOW WIDELY pressure rises.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Our tool: daily Low / Moderate / High flood-pressure per 250 m cell.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Flood-pressure = derived risk state (rainfall + terrain + exposure).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NOT a confirmed flood event. Complements early warning, doesn't replace it.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Real, keyless data only: ERA5 rainfall, SRTM terrain, OSM exposure, MOE polygons.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The product — a dynamic risk map</a:t>
            </a:r>
          </a:p>
          <a:p>
            <a:r>
              <a:rPr sz="1400">
                <a:solidFill>
                  <a:srgbClr val="444444"/>
                </a:solidFill>
              </a:rPr>
              <a:t>729 cells · green Low / orange Moderate / red High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Drag the date slider dry → wet: the red High zone grows along the river corridor.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Hover any cell: ID, predicted class + confidence, 3-day rain, elevation.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Three colour modes: predicted state · ground-truth label · 3-day rainfall.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Toggle the blue official-polygon overlay to compare.</a:t>
            </a:r>
          </a:p>
        </p:txBody>
      </p:sp>
      <p:pic>
        <p:nvPicPr>
          <p:cNvPr id="4" name="Picture 3" descr="flood_pressure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Results — 2024 test hold-out</a:t>
            </a:r>
          </a:p>
          <a:p>
            <a:r>
              <a:rPr sz="1400">
                <a:solidFill>
                  <a:srgbClr val="444444"/>
                </a:solidFill>
              </a:rPr>
              <a:t>Targets: macro-F1 ≥ 0.75, High-recall ≥ 0.80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011680"/>
                <a:gridCol w="393192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High-recall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XGBoost (deployed)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0.813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0.843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best &amp; shipped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Random Forest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0.813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0.849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ties; best recall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linear baseline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clears the bar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Rainfall-threshold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high recall, low precision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/>
                        <a:t>Static-polygon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static maps inadequate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Train / validation / test — no over-fitting</a:t>
            </a:r>
          </a:p>
          <a:p>
            <a:r>
              <a:rPr sz="1400">
                <a:solidFill>
                  <a:srgbClr val="444444"/>
                </a:solidFill>
              </a:rPr>
              <a:t>The exact thing your supervisor asked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Temporal split, NO shuffle: train 2018–2022 · validate 2023 · test 2024.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Every cell appears in all three periods; only TIME is partitioned.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Macro-F1 barely moves across splits: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XGBoost: 0.804 (train) / 0.805 (val) / 0.813 (test).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Random Forest: 0.813 / 0.806 / 0.813.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Train ≈ val ≈ test ⇒ it generalises to unseen future years, not memorising.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 random split would leak future weather into training — this is the honest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Confusion matrix &amp;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Diagonal = correct. Strong Low &amp; High; error concentrates on the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transitional Moderate class — off by one band, not a wild miss.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We optimised High-recall (0.84): a missed High day costs more than a false alarm.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SHAP + feature importance: rainfall (3/7-day) dominates, then elevation &amp; river.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Hydrologically sensible → auditable, not a black box.</a:t>
            </a:r>
          </a:p>
        </p:txBody>
      </p:sp>
      <p:pic>
        <p:nvPicPr>
          <p:cNvPr id="4" name="Picture 3" descr="confusion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2743200" cy="2438400"/>
          </a:xfrm>
          <a:prstGeom prst="rect">
            <a:avLst/>
          </a:prstGeom>
        </p:spPr>
      </p:pic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554480"/>
            <a:ext cx="2743200" cy="1872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★ Per-cell Markov transitions — the contribution</a:t>
            </a:r>
          </a:p>
          <a:p>
            <a:r>
              <a:rPr sz="1400">
                <a:solidFill>
                  <a:srgbClr val="444444"/>
                </a:solidFill>
              </a:rPr>
              <a:t>Not just WHAT state — what state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For a SELECTED cell: P(state tomorrow | state today), from its own history.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Strong diagonal = pressure PERSISTS after sustained rain.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Off-diagonal Low→Moderate→High = how a cell escalates.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'—' = a state that cell never entered (shown honestly, not faked).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Global HMM: self-transitions ≈ 0.83 / 0.80 / 0.91; next-step acc 0.45 (chance 0.33).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Turns a snapshot into a short-horizon forecast a manager can act on.</a:t>
            </a:r>
          </a:p>
        </p:txBody>
      </p:sp>
      <p:pic>
        <p:nvPicPr>
          <p:cNvPr id="4" name="Picture 3" descr="hmm_transi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06240" cy="373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Spatial validation vs the official map — the honest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Official MOE zone covers only ~19% of the corridor.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So a fixed '70% of High inside the zone' is geometrically impossible without circular labels.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Reframed to enrichment &amp; odds ratio: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Enrichment / lift: 1.60× over the 18.7% base rate.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Inside-vs-outside High odds: 1.85×.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Model RE-DISCOVERS the official zone (never trained on it) AND extends the footprint.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Rubric self-check — hit every box in the demo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3657600"/>
              </a:tblGrid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Rubric item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Where you show it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Number to say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Testing Results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Model panel · testing_results/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0.813 F1 · 10/10 tests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Analysis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Map + leaderboard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+0.19 vs rainfall, +0.49 vs static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Persistence + 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1.85× odds, agrees &amp; extends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Limitations / future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incident validation, CHIRPS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Deployment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Running app + Dockerfile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HTTP 200 · p95 9.6 ms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00"/>
                        <a:t>Demo / live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This walkthrough +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record ≤5 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Anticipated questions — crisp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‘Real floods?’ → No, derived pressure; incident validation is future work.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‘Circular label?’ → Hidden drainage + noise; F1 0.81 not 0.99.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‘Split / over-fit?’ → 3-way temporal; train≈val≈test (0.804/0.805/0.813).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‘Why XGBoost?’ → Ties RF, calibrated probs + SHAP; RF has slightly higher recall.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‘Why ERA5?’ → Reproducible &amp; keyless; CHIRPS tested but fragile; Meteo Rwanda gated.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‘Containment only 0.30?’ → 19% coverage caps it; enrichment 1.60× / odds 1.85×.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‘Biggest limitation?’ → No incident register; labels are pressure, not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Close (one sentence)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 reproducible, interpretable, time-aware flood-pressure tool for Kigali —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beats both naive baselines on real open data,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agrees with and extends the official flood map,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and runs as a live dashboard with a passing test suite.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Everything reruns end-to-end from one main.py. 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